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835cd445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835cd445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835cd445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835cd445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35cd445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835cd445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835cd445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835cd445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835cd445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835cd445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835cd445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835cd445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NMC 16S 35Ah Pack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Battery pack performance report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91" name="Google Shape;9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2584650" y="3738175"/>
            <a:ext cx="2829900" cy="24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013" y="323025"/>
            <a:ext cx="4524375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98" name="Google Shape;9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271175" y="4706625"/>
            <a:ext cx="1936800" cy="436800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 title="Code_Generated_Image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7" title="Code_Generated_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8" title="Code_Generated_Imag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9475" y="-49525"/>
            <a:ext cx="9302950" cy="465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Tiranga GEM review</a:t>
            </a:r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1164275" y="1403175"/>
            <a:ext cx="6682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Inaccurate speedometer &amp; odometer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Soft suspension = bumpy ride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 partial braking = less control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Cruise control activates too early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Seat tears itself by grab handle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Uncomfortable for long legs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20"/>
          <p:cNvGrpSpPr/>
          <p:nvPr/>
        </p:nvGrpSpPr>
        <p:grpSpPr>
          <a:xfrm>
            <a:off x="4939500" y="1219611"/>
            <a:ext cx="3837000" cy="2704200"/>
            <a:chOff x="4939500" y="1219611"/>
            <a:chExt cx="3837000" cy="2704200"/>
          </a:xfrm>
        </p:grpSpPr>
        <p:cxnSp>
          <p:nvCxnSpPr>
            <p:cNvPr id="126" name="Google Shape;126;p20"/>
            <p:cNvCxnSpPr/>
            <p:nvPr/>
          </p:nvCxnSpPr>
          <p:spPr>
            <a:xfrm>
              <a:off x="4939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20"/>
            <p:cNvCxnSpPr/>
            <p:nvPr/>
          </p:nvCxnSpPr>
          <p:spPr>
            <a:xfrm>
              <a:off x="5365833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20"/>
            <p:cNvCxnSpPr/>
            <p:nvPr/>
          </p:nvCxnSpPr>
          <p:spPr>
            <a:xfrm>
              <a:off x="5792167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20"/>
            <p:cNvCxnSpPr/>
            <p:nvPr/>
          </p:nvCxnSpPr>
          <p:spPr>
            <a:xfrm>
              <a:off x="6218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20"/>
            <p:cNvCxnSpPr/>
            <p:nvPr/>
          </p:nvCxnSpPr>
          <p:spPr>
            <a:xfrm>
              <a:off x="6644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20"/>
            <p:cNvCxnSpPr/>
            <p:nvPr/>
          </p:nvCxnSpPr>
          <p:spPr>
            <a:xfrm>
              <a:off x="7071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20"/>
            <p:cNvCxnSpPr/>
            <p:nvPr/>
          </p:nvCxnSpPr>
          <p:spPr>
            <a:xfrm>
              <a:off x="7497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20"/>
            <p:cNvCxnSpPr/>
            <p:nvPr/>
          </p:nvCxnSpPr>
          <p:spPr>
            <a:xfrm>
              <a:off x="7923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20"/>
            <p:cNvCxnSpPr/>
            <p:nvPr/>
          </p:nvCxnSpPr>
          <p:spPr>
            <a:xfrm>
              <a:off x="8350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35" name="Google Shape;135;p20"/>
            <p:cNvCxnSpPr/>
            <p:nvPr/>
          </p:nvCxnSpPr>
          <p:spPr>
            <a:xfrm>
              <a:off x="8776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136" name="Google Shape;136;p20"/>
          <p:cNvSpPr/>
          <p:nvPr/>
        </p:nvSpPr>
        <p:spPr>
          <a:xfrm>
            <a:off x="7014920" y="2133119"/>
            <a:ext cx="286500" cy="2865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grpSp>
        <p:nvGrpSpPr>
          <p:cNvPr id="138" name="Google Shape;138;p20"/>
          <p:cNvGrpSpPr/>
          <p:nvPr/>
        </p:nvGrpSpPr>
        <p:grpSpPr>
          <a:xfrm>
            <a:off x="4939534" y="2017046"/>
            <a:ext cx="3825543" cy="1573620"/>
            <a:chOff x="1000000" y="2393988"/>
            <a:chExt cx="4144235" cy="1704713"/>
          </a:xfrm>
        </p:grpSpPr>
        <p:sp>
          <p:nvSpPr>
            <p:cNvPr id="139" name="Google Shape;139;p20"/>
            <p:cNvSpPr/>
            <p:nvPr/>
          </p:nvSpPr>
          <p:spPr>
            <a:xfrm>
              <a:off x="1000000" y="2440003"/>
              <a:ext cx="4144235" cy="1631269"/>
            </a:xfrm>
            <a:custGeom>
              <a:rect b="b" l="l" r="r" t="t"/>
              <a:pathLst>
                <a:path extrusionOk="0" h="90088" w="165422">
                  <a:moveTo>
                    <a:pt x="0" y="65550"/>
                  </a:moveTo>
                  <a:cubicBezTo>
                    <a:pt x="3559" y="56002"/>
                    <a:pt x="14632" y="11595"/>
                    <a:pt x="21355" y="8262"/>
                  </a:cubicBezTo>
                  <a:cubicBezTo>
                    <a:pt x="28078" y="4929"/>
                    <a:pt x="34067" y="46906"/>
                    <a:pt x="40338" y="45550"/>
                  </a:cubicBezTo>
                  <a:cubicBezTo>
                    <a:pt x="46609" y="44194"/>
                    <a:pt x="52711" y="2161"/>
                    <a:pt x="58982" y="127"/>
                  </a:cubicBezTo>
                  <a:cubicBezTo>
                    <a:pt x="65253" y="-1907"/>
                    <a:pt x="71807" y="30974"/>
                    <a:pt x="77965" y="33347"/>
                  </a:cubicBezTo>
                  <a:cubicBezTo>
                    <a:pt x="84123" y="35720"/>
                    <a:pt x="90055" y="6285"/>
                    <a:pt x="95931" y="14364"/>
                  </a:cubicBezTo>
                  <a:cubicBezTo>
                    <a:pt x="101807" y="22443"/>
                    <a:pt x="107626" y="77414"/>
                    <a:pt x="113219" y="81821"/>
                  </a:cubicBezTo>
                  <a:cubicBezTo>
                    <a:pt x="118812" y="86228"/>
                    <a:pt x="123671" y="39448"/>
                    <a:pt x="129490" y="40804"/>
                  </a:cubicBezTo>
                  <a:cubicBezTo>
                    <a:pt x="135309" y="42160"/>
                    <a:pt x="142145" y="92047"/>
                    <a:pt x="148134" y="89957"/>
                  </a:cubicBezTo>
                  <a:cubicBezTo>
                    <a:pt x="154123" y="87867"/>
                    <a:pt x="162541" y="38545"/>
                    <a:pt x="165422" y="28262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140" name="Google Shape;140;p20"/>
            <p:cNvSpPr/>
            <p:nvPr/>
          </p:nvSpPr>
          <p:spPr>
            <a:xfrm>
              <a:off x="4658400" y="40141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0"/>
            <p:cNvSpPr/>
            <p:nvPr/>
          </p:nvSpPr>
          <p:spPr>
            <a:xfrm>
              <a:off x="4195525" y="314735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0"/>
            <p:cNvSpPr/>
            <p:nvPr/>
          </p:nvSpPr>
          <p:spPr>
            <a:xfrm>
              <a:off x="3800700" y="38689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0"/>
            <p:cNvSpPr/>
            <p:nvPr/>
          </p:nvSpPr>
          <p:spPr>
            <a:xfrm>
              <a:off x="3358650" y="26378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0"/>
            <p:cNvSpPr/>
            <p:nvPr/>
          </p:nvSpPr>
          <p:spPr>
            <a:xfrm>
              <a:off x="2909400" y="29930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0"/>
            <p:cNvSpPr/>
            <p:nvPr/>
          </p:nvSpPr>
          <p:spPr>
            <a:xfrm>
              <a:off x="2437450" y="2393988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1974575" y="32133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1500000" y="25532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" name="Google Shape;148;p20"/>
          <p:cNvSpPr/>
          <p:nvPr/>
        </p:nvSpPr>
        <p:spPr>
          <a:xfrm>
            <a:off x="6847150" y="1577745"/>
            <a:ext cx="1179600" cy="343800"/>
          </a:xfrm>
          <a:prstGeom prst="wedgeRoundRectCallout">
            <a:avLst>
              <a:gd fmla="val -21432" name="adj1"/>
              <a:gd fmla="val 84969" name="adj2"/>
              <a:gd fmla="val 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20"/>
          <p:cNvGrpSpPr/>
          <p:nvPr/>
        </p:nvGrpSpPr>
        <p:grpSpPr>
          <a:xfrm>
            <a:off x="4939557" y="1778136"/>
            <a:ext cx="3836911" cy="1503799"/>
            <a:chOff x="1000025" y="2059300"/>
            <a:chExt cx="4156550" cy="1629075"/>
          </a:xfrm>
        </p:grpSpPr>
        <p:sp>
          <p:nvSpPr>
            <p:cNvPr id="150" name="Google Shape;150;p20"/>
            <p:cNvSpPr/>
            <p:nvPr/>
          </p:nvSpPr>
          <p:spPr>
            <a:xfrm>
              <a:off x="1000025" y="2083952"/>
              <a:ext cx="4156550" cy="1576975"/>
            </a:xfrm>
            <a:custGeom>
              <a:rect b="b" l="l" r="r" t="t"/>
              <a:pathLst>
                <a:path extrusionOk="0" h="63079" w="166262">
                  <a:moveTo>
                    <a:pt x="0" y="34952"/>
                  </a:moveTo>
                  <a:cubicBezTo>
                    <a:pt x="3623" y="29133"/>
                    <a:pt x="14946" y="1167"/>
                    <a:pt x="21740" y="37"/>
                  </a:cubicBezTo>
                  <a:cubicBezTo>
                    <a:pt x="28534" y="-1093"/>
                    <a:pt x="34478" y="24048"/>
                    <a:pt x="40762" y="28172"/>
                  </a:cubicBezTo>
                  <a:cubicBezTo>
                    <a:pt x="47046" y="32296"/>
                    <a:pt x="53256" y="18986"/>
                    <a:pt x="59446" y="24782"/>
                  </a:cubicBezTo>
                  <a:cubicBezTo>
                    <a:pt x="65636" y="30578"/>
                    <a:pt x="71730" y="60803"/>
                    <a:pt x="77901" y="62950"/>
                  </a:cubicBezTo>
                  <a:cubicBezTo>
                    <a:pt x="84072" y="65097"/>
                    <a:pt x="90490" y="39675"/>
                    <a:pt x="96472" y="37664"/>
                  </a:cubicBezTo>
                  <a:cubicBezTo>
                    <a:pt x="102455" y="35653"/>
                    <a:pt x="108078" y="54726"/>
                    <a:pt x="113796" y="50884"/>
                  </a:cubicBezTo>
                  <a:cubicBezTo>
                    <a:pt x="119514" y="47042"/>
                    <a:pt x="125063" y="18059"/>
                    <a:pt x="130781" y="14613"/>
                  </a:cubicBezTo>
                  <a:cubicBezTo>
                    <a:pt x="136499" y="11167"/>
                    <a:pt x="142192" y="30515"/>
                    <a:pt x="148105" y="30206"/>
                  </a:cubicBezTo>
                  <a:cubicBezTo>
                    <a:pt x="154019" y="29897"/>
                    <a:pt x="163236" y="15665"/>
                    <a:pt x="166262" y="12757"/>
                  </a:cubicBezTo>
                </a:path>
              </a:pathLst>
            </a:cu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151" name="Google Shape;151;p20"/>
            <p:cNvSpPr/>
            <p:nvPr/>
          </p:nvSpPr>
          <p:spPr>
            <a:xfrm>
              <a:off x="1500000" y="205930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0"/>
            <p:cNvSpPr/>
            <p:nvPr/>
          </p:nvSpPr>
          <p:spPr>
            <a:xfrm>
              <a:off x="1974575" y="27372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2437450" y="26526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2909400" y="36037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0"/>
            <p:cNvSpPr/>
            <p:nvPr/>
          </p:nvSpPr>
          <p:spPr>
            <a:xfrm>
              <a:off x="3358650" y="29930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0"/>
            <p:cNvSpPr/>
            <p:nvPr/>
          </p:nvSpPr>
          <p:spPr>
            <a:xfrm>
              <a:off x="3780700" y="33152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0"/>
            <p:cNvSpPr/>
            <p:nvPr/>
          </p:nvSpPr>
          <p:spPr>
            <a:xfrm>
              <a:off x="4216350" y="24121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0"/>
            <p:cNvSpPr/>
            <p:nvPr/>
          </p:nvSpPr>
          <p:spPr>
            <a:xfrm>
              <a:off x="4658400" y="280245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20"/>
          <p:cNvSpPr txBox="1"/>
          <p:nvPr>
            <p:ph idx="2" type="body"/>
          </p:nvPr>
        </p:nvSpPr>
        <p:spPr>
          <a:xfrm>
            <a:off x="6847150" y="1606395"/>
            <a:ext cx="11796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max growth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